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1D1B19"/>
                </a:solidFill>
                <a:latin typeface="Helvetica Neue"/>
              </a:rPr>
              <a:t>Welcome to Outcisura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6B655E"/>
                </a:solidFill>
                <a:latin typeface="Helvetica Neue"/>
              </a:rPr>
              <a:t>A sample deck. Select any text or image on a slide to turn it into a flashcard.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937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BE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A85208"/>
                </a:solidFill>
                <a:latin typeface="Helvetica Neue"/>
              </a:rPr>
              <a:t>Try it on this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Helvetica Neue"/>
              </a:rPr>
              <a:t>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D1B19"/>
                </a:solidFill>
                <a:latin typeface="Helvetica Neue"/>
              </a:rPr>
              <a:t>Turn any slide into a flashcard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B655E"/>
                </a:solidFill>
                <a:latin typeface="Helvetica Neue"/>
              </a:rPr>
              <a:t>• Drag a box around text, a diagram, or an image and choose Create Flashcard.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The card keeps a link back to the exact slide it came from.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Highlight a phrase to make a cloze (fill-in-the-blank) card.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Helvetica Neue"/>
              </a:rPr>
              <a:t>CARD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D1B19"/>
                </a:solidFill>
                <a:latin typeface="Helvetica Neue"/>
              </a:rPr>
              <a:t>Pick the shape that fits the 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B655E"/>
                </a:solidFill>
                <a:latin typeface="Helvetica Neue"/>
              </a:rPr>
              <a:t>• Basic: a question on the front, the answer on the back.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Cloze: hide one key term inside a sentence, e.g. The mitochondria is the {{powerhouse}} of the cell.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Picture: cover part of a diagram and reveal it when you flip.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Helvetica Neue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D1B19"/>
                </a:solidFill>
                <a:latin typeface="Helvetica Neue"/>
              </a:rPr>
              <a:t>Spaced repetition does the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B655E"/>
                </a:solidFill>
                <a:latin typeface="Helvetica Neue"/>
              </a:rPr>
              <a:t>• Cards come back just before you would forget them.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Rate each answer: Again, Hard, Good or Easy.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Your daily streak and due count live on the Home page.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Helvetica Neue"/>
              </a:rPr>
              <a:t>ORGANIZE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D1B19"/>
                </a:solidFill>
                <a:latin typeface="Helvetica Neue"/>
              </a:rPr>
              <a:t>Folders, tags and the card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B655E"/>
                </a:solidFill>
                <a:latin typeface="Helvetica Neue"/>
              </a:rPr>
              <a:t>• Drag cards into folders, and nest folders as deep as you like.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The Graph page shows how cards, folders and source slides connect.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Search everything from anywhere with Cmd+K.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7A1E"/>
                </a:solidFill>
                <a:latin typeface="Helvetica Neue"/>
              </a:rPr>
              <a:t>GO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D1B19"/>
                </a:solidFill>
                <a:latin typeface="Helvetica Neue"/>
              </a:rPr>
              <a:t>AI help and live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B655E"/>
                </a:solidFill>
                <a:latin typeface="Helvetica Neue"/>
              </a:rPr>
              <a:t>• Let AI improve a card, or prepare a whole folder for hosting.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Host a live quiz and have friends join with a code.</a:t>
            </a:r>
          </a:p>
          <a:p>
            <a:pPr algn="l">
              <a:spcBef>
                <a:spcPts val="1100"/>
              </a:spcBef>
            </a:pPr>
            <a:r>
              <a:rPr sz="2200" b="0">
                <a:solidFill>
                  <a:srgbClr val="6B655E"/>
                </a:solidFill>
                <a:latin typeface="Helvetica Neue"/>
              </a:rPr>
              <a:t>• Export any deck to Anki whenever you like.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1D1B19"/>
                </a:solidFill>
                <a:latin typeface="Helvetica Neue"/>
              </a:rPr>
              <a:t>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6B655E"/>
                </a:solidFill>
                <a:latin typeface="Helvetica Neue"/>
              </a:rPr>
              <a:t>Make a card from this slide, then head to Review. Delete this deck any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